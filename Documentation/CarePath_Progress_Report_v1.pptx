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REPORT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CarePath Health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.NET 9 Healthcare Management Platform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In-Home Care &amp; Healthcare Staffing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743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Domain Layer Complete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Progress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 |  Spec-Driven Development  |  .NET 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64008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Enums, Interfaces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527048"/>
            <a:ext cx="914400" cy="292608"/>
          </a:xfrm>
          <a:prstGeom prst="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5270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94560"/>
            <a:ext cx="64008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67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DTOs, Validators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395728"/>
            <a:ext cx="914400" cy="292608"/>
          </a:xfrm>
          <a:prstGeom prst="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395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63240"/>
            <a:ext cx="64008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Repositories,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264408"/>
            <a:ext cx="914400" cy="292608"/>
          </a:xfrm>
          <a:prstGeom prst="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2644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931920"/>
            <a:ext cx="64008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05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Auth, SignalR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4133088"/>
            <a:ext cx="914400" cy="292608"/>
          </a:xfrm>
          <a:prstGeom prst="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50292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0" y="137160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0408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30175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502920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30175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4088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70408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Model &amp; Business Logic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Entities  |  Dual-Service Revenue Model  |  HIPAA Compliant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246888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(5 roles)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(W-2 / 1099)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CaregiverCertification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651760" cy="246888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80160"/>
            <a:ext cx="26517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(GPS tracking)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VisitNote (HIPAA)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VisitPhoto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CarePlan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246888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(auto-number)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InvoiceLineItem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(7 methods)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Analytics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8046720" cy="105156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Logic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In-Home Care: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40-45% gross margin  |  W-2 employees  |  GPS-verified visits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4348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Staffing: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 gross margin  |  1099 contractors  |  CNA / LPN / RN tiers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audit trail  |  Soft deletes  |  6-year MD data retention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phases to reach 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74520" cy="29260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8745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DbContext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migrations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implementations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query filters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840480"/>
            <a:ext cx="914400" cy="256032"/>
          </a:xfrm>
          <a:prstGeom prst="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1874520" cy="29260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371600"/>
            <a:ext cx="18745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22860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&amp; AutoMapper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optimization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840480"/>
            <a:ext cx="914400" cy="256032"/>
          </a:xfrm>
          <a:prstGeom prst="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874520" cy="29260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71600"/>
            <a:ext cx="18745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WebApi &amp; Auth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22860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real-time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840480"/>
            <a:ext cx="914400" cy="256032"/>
          </a:xfrm>
          <a:prstGeom prst="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03720" y="1371600"/>
            <a:ext cx="1874520" cy="29260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371600"/>
            <a:ext cx="18745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Apps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22860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MAUI mobile (iOS/Android)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admin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3840480"/>
            <a:ext cx="914400" cy="256032"/>
          </a:xfrm>
          <a:prstGeom prst="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CarePath Health  —  Maryland Healthcare Market  —  HIPAA Compliant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CarePath Health — Project Progress Report</dc:title>
  <dc:subject>PptxGenJS Presentation</dc:subject>
  <dc:creator>CarePath Health</dc:creator>
  <cp:lastModifiedBy>CarePath Health</cp:lastModifiedBy>
  <cp:revision>1</cp:revision>
  <dcterms:created xsi:type="dcterms:W3CDTF">2026-02-21T21:03:01Z</dcterms:created>
  <dcterms:modified xsi:type="dcterms:W3CDTF">2026-02-21T21:03:01Z</dcterms:modified>
</cp:coreProperties>
</file>